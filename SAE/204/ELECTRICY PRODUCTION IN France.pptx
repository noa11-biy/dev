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F791B8-0347-E7F0-CCE9-7C2FA0805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2BEBE2-07C7-CA82-07C0-4CE2E2D82C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7C87F1-EBF1-3716-2623-5AC68AAF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4F91-EFC1-4357-AF61-9051C0DD6FB9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57B329-2B7A-1E00-0BBF-CB59F4C6E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F67B3D-B657-C2FF-2BFB-293A3859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501-B1BF-4AA3-A542-0F9835A0C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8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E7D8C3-958E-0461-7FBE-2156A4D5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94BC9B-1BEF-0C03-2E79-38BCFA3B8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70ADD7-BCEC-0E9E-3844-4261575F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4F91-EFC1-4357-AF61-9051C0DD6FB9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6E4321-A2C2-02B6-0A7D-F582EA3F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7DBAD0-DBFA-A581-DEB2-8A621AB9A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501-B1BF-4AA3-A542-0F9835A0C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488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434493-91B7-92EC-DA81-DEABCF781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28D0C0-26E7-3BEC-865D-8A29F824E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084F7B-19D0-F5BC-8699-C20A74AC7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4F91-EFC1-4357-AF61-9051C0DD6FB9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E6A8B0-1777-4014-4FE6-BC1EF53EA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6E2625-819D-272B-FE42-6A3DF2B8B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501-B1BF-4AA3-A542-0F9835A0C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444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19237-ADB4-13A7-2FC9-E19046C0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CCE311-D3CF-3062-EE55-1CC7E17855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052922-5AC6-1835-16EB-8778C1A68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05A18D-4E01-39B0-D9D9-FDEF858F2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4F91-EFC1-4357-AF61-9051C0DD6FB9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D8D830-7815-EAA3-02BB-449232519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5C58E3-DABD-F8AE-CB2B-EDD7239A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501-B1BF-4AA3-A542-0F9835A0C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0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08FE3D-CDB5-F939-EAB9-C6F54B02D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9188E9-52F0-AE67-0078-7C7F9075A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F675A2-7062-E2EF-5F83-290C6AA79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CEAD075-87FB-9FA5-474E-EF1491287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722A019-89E8-DD26-CDF8-E6EDBF84E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D518674-208C-29ED-A6C3-6823B2D49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4F91-EFC1-4357-AF61-9051C0DD6FB9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6F096B8-A3FD-8B7C-F8BB-EFA0B351A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A97D091-D806-0D3B-5D22-11FB4DBA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501-B1BF-4AA3-A542-0F9835A0C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6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21A72-82ED-DEC9-B120-7D2160AD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A24BDE9-595B-7250-24B8-58A7D1791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4F91-EFC1-4357-AF61-9051C0DD6FB9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468CDB0-DACF-AC51-E559-9A6EE673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10EF68-889A-44E3-1F10-5F69AF675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501-B1BF-4AA3-A542-0F9835A0C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19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3191473-96E1-65F0-17FD-D7D1458F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4F91-EFC1-4357-AF61-9051C0DD6FB9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025A85-FAC8-8920-18C7-883E55E10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125AC5-046C-574C-80D2-4ACE216A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501-B1BF-4AA3-A542-0F9835A0C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92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B663B-F694-3C0E-6462-EF2D3FF57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281308-4715-1A39-A61C-9A2595BC2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61CB3C-A966-E95B-3351-612DF655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39FDB9-28BC-0C23-EB5F-81BD6B82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4F91-EFC1-4357-AF61-9051C0DD6FB9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13C8A3D-6BD3-1C1A-8A34-57CEDF842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BB62AD-9F5B-45BF-BF12-B7BE63D0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501-B1BF-4AA3-A542-0F9835A0C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8148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190E32-B172-3DA3-EEB2-A09BCF5D3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D3C6753-A1AA-3DAA-3BB3-BEC3DC561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15A037-8E08-04F3-CEDF-8E9AD4DB1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6B317F-A34E-DC54-346A-CE3686151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4F91-EFC1-4357-AF61-9051C0DD6FB9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F9DF3A-C9E1-B30A-0DB0-9CDB73597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E72A46-E641-6A26-0ABB-8FCDAE87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501-B1BF-4AA3-A542-0F9835A0C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058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F3BB81-0AED-1BF3-C477-AC53A66E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A0C837D-FED1-927D-8A99-C1D3FE228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0CDEC4-8DD8-525E-20D1-192DF029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4F91-EFC1-4357-AF61-9051C0DD6FB9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9DB83A-BA91-8997-FBFF-625EE5367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C9EC82-CE3A-0A54-B8B2-F6C0408B8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501-B1BF-4AA3-A542-0F9835A0C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685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7CAD4A6-694A-F422-22E7-73F94CB82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79E311-0350-30AB-C634-64D669069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F9EAF5-7DF8-73A4-1010-A243B0EF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4F91-EFC1-4357-AF61-9051C0DD6FB9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232065-409A-EE1C-DCAB-1B4D95D0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7A1-0480-B3E3-AD85-6110AF4F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24501-B1BF-4AA3-A542-0F9835A0C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07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816743B-FD1D-82D7-9B5C-C3D6C50F8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397CFE-0254-CCFC-4757-5193B9719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DFD02F-832D-1781-C183-C382777C7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F4F91-EFC1-4357-AF61-9051C0DD6FB9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1B5988-71EE-DD08-6C2B-DE2878C6F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39A873-29E0-00F2-BA03-F336AF64B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24501-B1BF-4AA3-A542-0F9835A0C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897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0A88E6-AA43-A483-AE1A-85504BD271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ELECTRICY PRODUCTION </a:t>
            </a:r>
            <a:r>
              <a:rPr lang="fr-FR"/>
              <a:t>IN FRANCE</a:t>
            </a:r>
            <a:br>
              <a:rPr lang="fr-FR" dirty="0"/>
            </a:br>
            <a:r>
              <a:rPr lang="fr-FR" dirty="0"/>
              <a:t>(2006-2022)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8B5DBC8-4FFC-08CD-6FD8-0B64255F31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The </a:t>
            </a:r>
            <a:r>
              <a:rPr lang="fr-FR" dirty="0" err="1"/>
              <a:t>role</a:t>
            </a:r>
            <a:r>
              <a:rPr lang="fr-FR" dirty="0"/>
              <a:t> of </a:t>
            </a:r>
            <a:r>
              <a:rPr lang="fr-FR" dirty="0" err="1"/>
              <a:t>nuclear</a:t>
            </a:r>
            <a:r>
              <a:rPr lang="fr-FR" dirty="0"/>
              <a:t> power and </a:t>
            </a:r>
            <a:r>
              <a:rPr lang="fr-FR" dirty="0" err="1"/>
              <a:t>renewable</a:t>
            </a:r>
            <a:r>
              <a:rPr lang="fr-FR" dirty="0"/>
              <a:t> </a:t>
            </a:r>
            <a:r>
              <a:rPr lang="fr-FR" dirty="0" err="1"/>
              <a:t>energies</a:t>
            </a:r>
            <a:endParaRPr lang="fr-FR" dirty="0"/>
          </a:p>
          <a:p>
            <a:endParaRPr lang="fr-FR" dirty="0"/>
          </a:p>
          <a:p>
            <a:r>
              <a:rPr lang="fr-FR" dirty="0"/>
              <a:t>Noa Moal</a:t>
            </a:r>
          </a:p>
          <a:p>
            <a:r>
              <a:rPr lang="fr-FR" dirty="0"/>
              <a:t>BUT Informatique – 1</a:t>
            </a:r>
            <a:r>
              <a:rPr lang="fr-FR" baseline="30000" dirty="0"/>
              <a:t>er</a:t>
            </a:r>
            <a:r>
              <a:rPr lang="fr-FR" dirty="0"/>
              <a:t> année</a:t>
            </a:r>
          </a:p>
          <a:p>
            <a:r>
              <a:rPr lang="fr-FR" dirty="0"/>
              <a:t>SAE 2.04</a:t>
            </a:r>
          </a:p>
        </p:txBody>
      </p:sp>
    </p:spTree>
    <p:extLst>
      <p:ext uri="{BB962C8B-B14F-4D97-AF65-F5344CB8AC3E}">
        <p14:creationId xmlns:p14="http://schemas.microsoft.com/office/powerpoint/2010/main" val="57321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889A02-0888-6408-C83B-CD30165D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Monthly</a:t>
            </a:r>
            <a:r>
              <a:rPr lang="fr-FR" dirty="0"/>
              <a:t> </a:t>
            </a:r>
            <a:r>
              <a:rPr lang="fr-FR" dirty="0" err="1"/>
              <a:t>eletricity</a:t>
            </a:r>
            <a:r>
              <a:rPr lang="fr-FR" dirty="0"/>
              <a:t> production in France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21A931F-52A3-FED7-3A7B-09F8F6419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4705" y="2000250"/>
            <a:ext cx="9197763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71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14BF71-84F7-6246-41DC-E2BFDD6C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share</a:t>
            </a:r>
            <a:r>
              <a:rPr lang="fr-FR" dirty="0"/>
              <a:t> of </a:t>
            </a:r>
            <a:r>
              <a:rPr lang="fr-FR" dirty="0" err="1"/>
              <a:t>each</a:t>
            </a:r>
            <a:r>
              <a:rPr lang="fr-FR" dirty="0"/>
              <a:t> source in the French </a:t>
            </a:r>
            <a:r>
              <a:rPr lang="fr-FR" dirty="0" err="1"/>
              <a:t>electricity</a:t>
            </a:r>
            <a:r>
              <a:rPr lang="fr-FR" dirty="0"/>
              <a:t> mix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FD6A427-B19E-CFA6-9415-DACB3FEE7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0017" y="2047875"/>
            <a:ext cx="7447358" cy="412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349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</Words>
  <Application>Microsoft Office PowerPoint</Application>
  <PresentationFormat>Grand écran</PresentationFormat>
  <Paragraphs>8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ELECTRICY PRODUCTION IN FRANCE (2006-2022)</vt:lpstr>
      <vt:lpstr>Monthly eletricity production in France</vt:lpstr>
      <vt:lpstr>Average share of each source in the French electricity mix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 Moal</dc:creator>
  <cp:lastModifiedBy>Noa Moal</cp:lastModifiedBy>
  <cp:revision>5</cp:revision>
  <dcterms:created xsi:type="dcterms:W3CDTF">2026-05-10T18:55:28Z</dcterms:created>
  <dcterms:modified xsi:type="dcterms:W3CDTF">2026-05-10T19:06:17Z</dcterms:modified>
</cp:coreProperties>
</file>